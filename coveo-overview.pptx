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Coveo AI-Relevance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FDBFE"/>
                </a:solidFill>
                <a:latin typeface="Calibri"/>
              </a:rPr>
              <a:t>AI search, relevance and generative answering: an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1827"/>
                </a:solidFill>
                <a:latin typeface="Calibri"/>
              </a:rPr>
              <a:t>What is Coveo?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Coveo is a Canadian enterprise software company offering the Coveo AI-Relevance Platform, a composable AI search and generative experience platform. It acts as an intelligence layer that powers personalized, trusted and connected digital experiences.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Coveo indexes content from many systems into a single secure index, then applies machine learning to rank, recommend and answer, across websites, support portals, commerce stores and workplace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1827"/>
                </a:solidFill>
                <a:latin typeface="Calibri"/>
              </a:rP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Unified index: content from structured and unstructured sources (55+ connectors, including Salesforce, ServiceNow, SAP, AWS and Shopify) is brought into one AI-enriched index without data migration.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AI relevance: machine learning learns from user behavior and context to improve ranking continuously, reducing manual tuning.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Personalization and recommendations: results and suggestions adapt to the individual user and their journey.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Relevance Generative Answering (RGA): uses large language models with retrieval-augmented generation (RAG) over the secure unified index, returning answers with citations to the source content.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Analytics: usage and search analytics show content gaps and help improve search performance and user journeys.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1827"/>
                </a:solidFill>
                <a:latin typeface="Calibr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Website and in-app search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Customer service and self-service support (including agent assist)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Commerce search and product discovery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Workplace and knowledge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1827"/>
                </a:solidFill>
                <a:latin typeface="Calibri"/>
              </a:rPr>
              <a:t>Building with Coveo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UI frameworks: Atomic (web components), Quantic (Salesforce) and Coveo Headless for custom interfaces.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Search API: build fully custom experiences while keeping the relevance engine, indexing and analytics.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Query pipelines and ranking rules: tune relevance with business-specific logic on top of the ML models.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No/low-code Builder: business teams can deploy hosted search pages and generative answering.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4B5563"/>
                </a:solidFill>
                <a:latin typeface="Calibri"/>
              </a:rPr>
              <a:t>• Typical flow: connect sources, index, build the interface, tune relevance, review analytics, iterate.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1827"/>
                </a:solidFill>
                <a:latin typeface="Calibri"/>
              </a:rPr>
              <a:t>Recent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Spring 2024: Relevance Generative Answering extended to agents and in-app search, plus a Projects feature to organize work by department.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February 2026: a Hosted MCP Server connecting the platform to ChatGPT Enterprise and Anthropic's Claude.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March 2026: a sovereign AI partnership with Bell Canada, embedding the platform in Bell AI Fabric for public-sector and regulated customers.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4B5563"/>
                </a:solidFill>
                <a:latin typeface="Calibri"/>
              </a:rPr>
              <a:t>• Analyst recognition: named a Leader in the 2024 IDC MarketScape for knowledge discovery software for external-facing use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1827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B5563"/>
                </a:solidFill>
              </a:rPr>
              <a:t>Coveo AI-Relevance Platform: https://www.coveo.com/en/platform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B5563"/>
                </a:solidFill>
              </a:rPr>
              <a:t>Coveo Intelligent Search Technology: https://coveo.com/en/platform/technology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B5563"/>
                </a:solidFill>
              </a:rPr>
              <a:t>Coveo Relevance Generative Answering (docs): https://docs.coveo.com/en/atomic/latest/usage/atomic-rga/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B5563"/>
                </a:solidFill>
              </a:rPr>
              <a:t>Coveo Spring 2024 release: https://www.coveo.com/en/company/news-releases/2024/new-in-coveo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B5563"/>
                </a:solidFill>
              </a:rPr>
              <a:t>IDC MarketScape 2024 announcement: https://seekingalpha.com/pr/19942396-coveo-named-a-leader-in-idc-marketscape-for-worldwide-knowledge-discovery-software-for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B5563"/>
                </a:solidFill>
              </a:rPr>
              <a:t>IDP Software vendor profile: Coveo: https://idp-software.com/vendors/coveo/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